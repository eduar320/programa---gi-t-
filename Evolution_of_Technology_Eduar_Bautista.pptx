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FB469-36E7-43BD-B919-B0F9EC6A0C4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465C8B-6F4F-4E05-A3DE-E541E36023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We work from home more often.</a:t>
          </a:r>
        </a:p>
      </dgm:t>
    </dgm:pt>
    <dgm:pt modelId="{093E45D9-B5B1-474F-82DF-56929DE0FA58}" type="parTrans" cxnId="{4AF0DE3E-4EAC-4BA6-83C9-54C2269696FF}">
      <dgm:prSet/>
      <dgm:spPr/>
      <dgm:t>
        <a:bodyPr/>
        <a:lstStyle/>
        <a:p>
          <a:endParaRPr lang="en-US"/>
        </a:p>
      </dgm:t>
    </dgm:pt>
    <dgm:pt modelId="{3666BBDB-359A-49AF-97F6-2FBFAA232CE3}" type="sibTrans" cxnId="{4AF0DE3E-4EAC-4BA6-83C9-54C2269696FF}">
      <dgm:prSet/>
      <dgm:spPr/>
      <dgm:t>
        <a:bodyPr/>
        <a:lstStyle/>
        <a:p>
          <a:endParaRPr lang="en-US"/>
        </a:p>
      </dgm:t>
    </dgm:pt>
    <dgm:pt modelId="{3CEAC3FA-6C14-4264-A51C-496EA6C70C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We study online with people from other countries.</a:t>
          </a:r>
        </a:p>
      </dgm:t>
    </dgm:pt>
    <dgm:pt modelId="{7CFBB8F6-7898-49D8-A287-70D1095200DB}" type="parTrans" cxnId="{C2CD4EE9-0396-4B12-A35F-BD383E4A349A}">
      <dgm:prSet/>
      <dgm:spPr/>
      <dgm:t>
        <a:bodyPr/>
        <a:lstStyle/>
        <a:p>
          <a:endParaRPr lang="en-US"/>
        </a:p>
      </dgm:t>
    </dgm:pt>
    <dgm:pt modelId="{81F054FB-7262-4D4D-A05D-C0157711AB48}" type="sibTrans" cxnId="{C2CD4EE9-0396-4B12-A35F-BD383E4A349A}">
      <dgm:prSet/>
      <dgm:spPr/>
      <dgm:t>
        <a:bodyPr/>
        <a:lstStyle/>
        <a:p>
          <a:endParaRPr lang="en-US"/>
        </a:p>
      </dgm:t>
    </dgm:pt>
    <dgm:pt modelId="{B343D389-E6E4-4915-8F2E-C24273A69F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We use social media to learn and share ideas.</a:t>
          </a:r>
        </a:p>
      </dgm:t>
    </dgm:pt>
    <dgm:pt modelId="{58E2960E-30CD-4EDA-AE56-3BFC0D603068}" type="parTrans" cxnId="{4CE22271-751F-4F77-91CE-1C0E8058B6DD}">
      <dgm:prSet/>
      <dgm:spPr/>
      <dgm:t>
        <a:bodyPr/>
        <a:lstStyle/>
        <a:p>
          <a:endParaRPr lang="en-US"/>
        </a:p>
      </dgm:t>
    </dgm:pt>
    <dgm:pt modelId="{3CEC52DA-E40D-4E1D-BB35-814872CD20C9}" type="sibTrans" cxnId="{4CE22271-751F-4F77-91CE-1C0E8058B6DD}">
      <dgm:prSet/>
      <dgm:spPr/>
      <dgm:t>
        <a:bodyPr/>
        <a:lstStyle/>
        <a:p>
          <a:endParaRPr lang="en-US"/>
        </a:p>
      </dgm:t>
    </dgm:pt>
    <dgm:pt modelId="{F6F528DC-73AD-4CD1-8156-0B9D7025BF4D}" type="pres">
      <dgm:prSet presAssocID="{044FB469-36E7-43BD-B919-B0F9EC6A0C42}" presName="root" presStyleCnt="0">
        <dgm:presLayoutVars>
          <dgm:dir/>
          <dgm:resizeHandles val="exact"/>
        </dgm:presLayoutVars>
      </dgm:prSet>
      <dgm:spPr/>
    </dgm:pt>
    <dgm:pt modelId="{B7D94517-2635-48B5-A58F-CF9E91AA4C47}" type="pres">
      <dgm:prSet presAssocID="{54465C8B-6F4F-4E05-A3DE-E541E36023F4}" presName="compNode" presStyleCnt="0"/>
      <dgm:spPr/>
    </dgm:pt>
    <dgm:pt modelId="{0A8AAD14-1735-4F19-97DA-E381CD88E0BA}" type="pres">
      <dgm:prSet presAssocID="{54465C8B-6F4F-4E05-A3DE-E541E36023F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64E66F11-4553-4F07-9F38-18BCE635CD3C}" type="pres">
      <dgm:prSet presAssocID="{54465C8B-6F4F-4E05-A3DE-E541E36023F4}" presName="spaceRect" presStyleCnt="0"/>
      <dgm:spPr/>
    </dgm:pt>
    <dgm:pt modelId="{4C3A64D8-EB69-43B2-81C3-A480B015CCA2}" type="pres">
      <dgm:prSet presAssocID="{54465C8B-6F4F-4E05-A3DE-E541E36023F4}" presName="textRect" presStyleLbl="revTx" presStyleIdx="0" presStyleCnt="3">
        <dgm:presLayoutVars>
          <dgm:chMax val="1"/>
          <dgm:chPref val="1"/>
        </dgm:presLayoutVars>
      </dgm:prSet>
      <dgm:spPr/>
    </dgm:pt>
    <dgm:pt modelId="{DDDAE4C3-111A-46BE-93AC-89AA5FBD37CA}" type="pres">
      <dgm:prSet presAssocID="{3666BBDB-359A-49AF-97F6-2FBFAA232CE3}" presName="sibTrans" presStyleCnt="0"/>
      <dgm:spPr/>
    </dgm:pt>
    <dgm:pt modelId="{01BEBF06-F62C-4D96-9025-8739BFDB5E4D}" type="pres">
      <dgm:prSet presAssocID="{3CEAC3FA-6C14-4264-A51C-496EA6C70CCD}" presName="compNode" presStyleCnt="0"/>
      <dgm:spPr/>
    </dgm:pt>
    <dgm:pt modelId="{7BC56A9D-8AFA-49E8-800F-58A0EFD55FCA}" type="pres">
      <dgm:prSet presAssocID="{3CEAC3FA-6C14-4264-A51C-496EA6C70CC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tro"/>
        </a:ext>
      </dgm:extLst>
    </dgm:pt>
    <dgm:pt modelId="{F7278DB1-7E30-4AD4-98FB-E5409623E25B}" type="pres">
      <dgm:prSet presAssocID="{3CEAC3FA-6C14-4264-A51C-496EA6C70CCD}" presName="spaceRect" presStyleCnt="0"/>
      <dgm:spPr/>
    </dgm:pt>
    <dgm:pt modelId="{6FC99504-467A-426D-B157-33337D016135}" type="pres">
      <dgm:prSet presAssocID="{3CEAC3FA-6C14-4264-A51C-496EA6C70CCD}" presName="textRect" presStyleLbl="revTx" presStyleIdx="1" presStyleCnt="3">
        <dgm:presLayoutVars>
          <dgm:chMax val="1"/>
          <dgm:chPref val="1"/>
        </dgm:presLayoutVars>
      </dgm:prSet>
      <dgm:spPr/>
    </dgm:pt>
    <dgm:pt modelId="{CD4EF701-EE73-4B49-9CA7-00B7F975CE15}" type="pres">
      <dgm:prSet presAssocID="{81F054FB-7262-4D4D-A05D-C0157711AB48}" presName="sibTrans" presStyleCnt="0"/>
      <dgm:spPr/>
    </dgm:pt>
    <dgm:pt modelId="{4F219B5F-4D1E-40F7-8406-EA96B0F6F7F0}" type="pres">
      <dgm:prSet presAssocID="{B343D389-E6E4-4915-8F2E-C24273A69F2C}" presName="compNode" presStyleCnt="0"/>
      <dgm:spPr/>
    </dgm:pt>
    <dgm:pt modelId="{C1E85552-6BDE-4B88-8196-BCB37A63AE4D}" type="pres">
      <dgm:prSet presAssocID="{B343D389-E6E4-4915-8F2E-C24273A69F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250D0228-E6A8-419B-BB67-294E09411944}" type="pres">
      <dgm:prSet presAssocID="{B343D389-E6E4-4915-8F2E-C24273A69F2C}" presName="spaceRect" presStyleCnt="0"/>
      <dgm:spPr/>
    </dgm:pt>
    <dgm:pt modelId="{3000F071-2DF5-4511-9C34-28D3AC992E97}" type="pres">
      <dgm:prSet presAssocID="{B343D389-E6E4-4915-8F2E-C24273A69F2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5B33012-CAF1-418F-A1B9-9453637219FB}" type="presOf" srcId="{044FB469-36E7-43BD-B919-B0F9EC6A0C42}" destId="{F6F528DC-73AD-4CD1-8156-0B9D7025BF4D}" srcOrd="0" destOrd="0" presId="urn:microsoft.com/office/officeart/2018/2/layout/IconLabelList"/>
    <dgm:cxn modelId="{3159CF19-5C3A-4731-9AD7-17D8E5EF15A7}" type="presOf" srcId="{3CEAC3FA-6C14-4264-A51C-496EA6C70CCD}" destId="{6FC99504-467A-426D-B157-33337D016135}" srcOrd="0" destOrd="0" presId="urn:microsoft.com/office/officeart/2018/2/layout/IconLabelList"/>
    <dgm:cxn modelId="{F04DBA1F-3E37-430E-894B-4D4250E6DFEB}" type="presOf" srcId="{54465C8B-6F4F-4E05-A3DE-E541E36023F4}" destId="{4C3A64D8-EB69-43B2-81C3-A480B015CCA2}" srcOrd="0" destOrd="0" presId="urn:microsoft.com/office/officeart/2018/2/layout/IconLabelList"/>
    <dgm:cxn modelId="{4AF0DE3E-4EAC-4BA6-83C9-54C2269696FF}" srcId="{044FB469-36E7-43BD-B919-B0F9EC6A0C42}" destId="{54465C8B-6F4F-4E05-A3DE-E541E36023F4}" srcOrd="0" destOrd="0" parTransId="{093E45D9-B5B1-474F-82DF-56929DE0FA58}" sibTransId="{3666BBDB-359A-49AF-97F6-2FBFAA232CE3}"/>
    <dgm:cxn modelId="{4CE22271-751F-4F77-91CE-1C0E8058B6DD}" srcId="{044FB469-36E7-43BD-B919-B0F9EC6A0C42}" destId="{B343D389-E6E4-4915-8F2E-C24273A69F2C}" srcOrd="2" destOrd="0" parTransId="{58E2960E-30CD-4EDA-AE56-3BFC0D603068}" sibTransId="{3CEC52DA-E40D-4E1D-BB35-814872CD20C9}"/>
    <dgm:cxn modelId="{C2CD4EE9-0396-4B12-A35F-BD383E4A349A}" srcId="{044FB469-36E7-43BD-B919-B0F9EC6A0C42}" destId="{3CEAC3FA-6C14-4264-A51C-496EA6C70CCD}" srcOrd="1" destOrd="0" parTransId="{7CFBB8F6-7898-49D8-A287-70D1095200DB}" sibTransId="{81F054FB-7262-4D4D-A05D-C0157711AB48}"/>
    <dgm:cxn modelId="{85E7B9EC-1BDB-4267-B220-5ED57F537C16}" type="presOf" srcId="{B343D389-E6E4-4915-8F2E-C24273A69F2C}" destId="{3000F071-2DF5-4511-9C34-28D3AC992E97}" srcOrd="0" destOrd="0" presId="urn:microsoft.com/office/officeart/2018/2/layout/IconLabelList"/>
    <dgm:cxn modelId="{52F2F094-F9EA-4230-B301-D9BCF88AE11E}" type="presParOf" srcId="{F6F528DC-73AD-4CD1-8156-0B9D7025BF4D}" destId="{B7D94517-2635-48B5-A58F-CF9E91AA4C47}" srcOrd="0" destOrd="0" presId="urn:microsoft.com/office/officeart/2018/2/layout/IconLabelList"/>
    <dgm:cxn modelId="{DF5F6932-3766-4775-ACE9-C4599CE825BD}" type="presParOf" srcId="{B7D94517-2635-48B5-A58F-CF9E91AA4C47}" destId="{0A8AAD14-1735-4F19-97DA-E381CD88E0BA}" srcOrd="0" destOrd="0" presId="urn:microsoft.com/office/officeart/2018/2/layout/IconLabelList"/>
    <dgm:cxn modelId="{42FA853D-64A0-4AC1-8DB7-64DAC5E3AF77}" type="presParOf" srcId="{B7D94517-2635-48B5-A58F-CF9E91AA4C47}" destId="{64E66F11-4553-4F07-9F38-18BCE635CD3C}" srcOrd="1" destOrd="0" presId="urn:microsoft.com/office/officeart/2018/2/layout/IconLabelList"/>
    <dgm:cxn modelId="{39EC7ADA-CB0F-433B-8B13-C9B753097DDA}" type="presParOf" srcId="{B7D94517-2635-48B5-A58F-CF9E91AA4C47}" destId="{4C3A64D8-EB69-43B2-81C3-A480B015CCA2}" srcOrd="2" destOrd="0" presId="urn:microsoft.com/office/officeart/2018/2/layout/IconLabelList"/>
    <dgm:cxn modelId="{B3453817-3B17-42AE-8049-CBD0D4B9A9E8}" type="presParOf" srcId="{F6F528DC-73AD-4CD1-8156-0B9D7025BF4D}" destId="{DDDAE4C3-111A-46BE-93AC-89AA5FBD37CA}" srcOrd="1" destOrd="0" presId="urn:microsoft.com/office/officeart/2018/2/layout/IconLabelList"/>
    <dgm:cxn modelId="{295E373E-2218-4AC8-8AB9-A8ACD7B7BAF7}" type="presParOf" srcId="{F6F528DC-73AD-4CD1-8156-0B9D7025BF4D}" destId="{01BEBF06-F62C-4D96-9025-8739BFDB5E4D}" srcOrd="2" destOrd="0" presId="urn:microsoft.com/office/officeart/2018/2/layout/IconLabelList"/>
    <dgm:cxn modelId="{70ECA57C-BB5E-421F-9E72-37CDF4364DD9}" type="presParOf" srcId="{01BEBF06-F62C-4D96-9025-8739BFDB5E4D}" destId="{7BC56A9D-8AFA-49E8-800F-58A0EFD55FCA}" srcOrd="0" destOrd="0" presId="urn:microsoft.com/office/officeart/2018/2/layout/IconLabelList"/>
    <dgm:cxn modelId="{F334CE38-89A0-40D4-9425-2C7BA801DA9F}" type="presParOf" srcId="{01BEBF06-F62C-4D96-9025-8739BFDB5E4D}" destId="{F7278DB1-7E30-4AD4-98FB-E5409623E25B}" srcOrd="1" destOrd="0" presId="urn:microsoft.com/office/officeart/2018/2/layout/IconLabelList"/>
    <dgm:cxn modelId="{0BDD808F-A137-486B-8B98-CE0111741C48}" type="presParOf" srcId="{01BEBF06-F62C-4D96-9025-8739BFDB5E4D}" destId="{6FC99504-467A-426D-B157-33337D016135}" srcOrd="2" destOrd="0" presId="urn:microsoft.com/office/officeart/2018/2/layout/IconLabelList"/>
    <dgm:cxn modelId="{00322770-AB22-41E3-954E-96997D0FBEB8}" type="presParOf" srcId="{F6F528DC-73AD-4CD1-8156-0B9D7025BF4D}" destId="{CD4EF701-EE73-4B49-9CA7-00B7F975CE15}" srcOrd="3" destOrd="0" presId="urn:microsoft.com/office/officeart/2018/2/layout/IconLabelList"/>
    <dgm:cxn modelId="{6DBCA3F8-6D8A-4867-B776-E76B2C93C95F}" type="presParOf" srcId="{F6F528DC-73AD-4CD1-8156-0B9D7025BF4D}" destId="{4F219B5F-4D1E-40F7-8406-EA96B0F6F7F0}" srcOrd="4" destOrd="0" presId="urn:microsoft.com/office/officeart/2018/2/layout/IconLabelList"/>
    <dgm:cxn modelId="{F299B51C-E262-430F-AA4B-867FC1ED2A67}" type="presParOf" srcId="{4F219B5F-4D1E-40F7-8406-EA96B0F6F7F0}" destId="{C1E85552-6BDE-4B88-8196-BCB37A63AE4D}" srcOrd="0" destOrd="0" presId="urn:microsoft.com/office/officeart/2018/2/layout/IconLabelList"/>
    <dgm:cxn modelId="{6BD8385A-1CCB-4F44-A224-060D865114C7}" type="presParOf" srcId="{4F219B5F-4D1E-40F7-8406-EA96B0F6F7F0}" destId="{250D0228-E6A8-419B-BB67-294E09411944}" srcOrd="1" destOrd="0" presId="urn:microsoft.com/office/officeart/2018/2/layout/IconLabelList"/>
    <dgm:cxn modelId="{0F019C1A-F40A-43C8-9C2E-4B1D55031F9D}" type="presParOf" srcId="{4F219B5F-4D1E-40F7-8406-EA96B0F6F7F0}" destId="{3000F071-2DF5-4511-9C34-28D3AC992E9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9D4F01-0997-4302-B04A-6568932A0B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DB1DD7-11AC-453A-9551-D01F363EF4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Technology will keep evolving.</a:t>
          </a:r>
        </a:p>
      </dgm:t>
    </dgm:pt>
    <dgm:pt modelId="{C0CD0A42-12DD-43FA-B000-F6D9B465233A}" type="parTrans" cxnId="{621197F9-0DEA-42A6-97D8-69F60174B070}">
      <dgm:prSet/>
      <dgm:spPr/>
      <dgm:t>
        <a:bodyPr/>
        <a:lstStyle/>
        <a:p>
          <a:endParaRPr lang="en-US"/>
        </a:p>
      </dgm:t>
    </dgm:pt>
    <dgm:pt modelId="{BBC7440F-224A-4ABE-87FB-19636049BA8E}" type="sibTrans" cxnId="{621197F9-0DEA-42A6-97D8-69F60174B070}">
      <dgm:prSet/>
      <dgm:spPr/>
      <dgm:t>
        <a:bodyPr/>
        <a:lstStyle/>
        <a:p>
          <a:endParaRPr lang="en-US"/>
        </a:p>
      </dgm:t>
    </dgm:pt>
    <dgm:pt modelId="{50D069CC-5B7F-415C-B627-B2FCD7EE63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We will have learned new skills.</a:t>
          </a:r>
        </a:p>
      </dgm:t>
    </dgm:pt>
    <dgm:pt modelId="{C3C2CB05-A34B-4533-BEE5-347987BF9F74}" type="parTrans" cxnId="{BCEC4214-3766-43DC-B756-10AB22654BE9}">
      <dgm:prSet/>
      <dgm:spPr/>
      <dgm:t>
        <a:bodyPr/>
        <a:lstStyle/>
        <a:p>
          <a:endParaRPr lang="en-US"/>
        </a:p>
      </dgm:t>
    </dgm:pt>
    <dgm:pt modelId="{B1F70EE5-4C38-43F3-9BF7-C13E0CF06DAA}" type="sibTrans" cxnId="{BCEC4214-3766-43DC-B756-10AB22654BE9}">
      <dgm:prSet/>
      <dgm:spPr/>
      <dgm:t>
        <a:bodyPr/>
        <a:lstStyle/>
        <a:p>
          <a:endParaRPr lang="en-US"/>
        </a:p>
      </dgm:t>
    </dgm:pt>
    <dgm:pt modelId="{B5BBE16E-83D7-400C-B3AF-1D48255C32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We will have been using AI tools for our work and study.</a:t>
          </a:r>
        </a:p>
      </dgm:t>
    </dgm:pt>
    <dgm:pt modelId="{8D705090-6D7B-4BFF-AD40-F625B9636105}" type="parTrans" cxnId="{0ADF9430-F043-465A-944C-747FC03CF696}">
      <dgm:prSet/>
      <dgm:spPr/>
      <dgm:t>
        <a:bodyPr/>
        <a:lstStyle/>
        <a:p>
          <a:endParaRPr lang="en-US"/>
        </a:p>
      </dgm:t>
    </dgm:pt>
    <dgm:pt modelId="{A9A327CD-8A13-4199-BBEE-E64F2836572D}" type="sibTrans" cxnId="{0ADF9430-F043-465A-944C-747FC03CF696}">
      <dgm:prSet/>
      <dgm:spPr/>
      <dgm:t>
        <a:bodyPr/>
        <a:lstStyle/>
        <a:p>
          <a:endParaRPr lang="en-US"/>
        </a:p>
      </dgm:t>
    </dgm:pt>
    <dgm:pt modelId="{CEF71778-833C-4F5D-9B7B-A90CFE860BE8}" type="pres">
      <dgm:prSet presAssocID="{B89D4F01-0997-4302-B04A-6568932A0B8D}" presName="root" presStyleCnt="0">
        <dgm:presLayoutVars>
          <dgm:dir/>
          <dgm:resizeHandles val="exact"/>
        </dgm:presLayoutVars>
      </dgm:prSet>
      <dgm:spPr/>
    </dgm:pt>
    <dgm:pt modelId="{53C8CDA5-8474-46EA-B80F-C072288F4A0F}" type="pres">
      <dgm:prSet presAssocID="{8EDB1DD7-11AC-453A-9551-D01F363EF42D}" presName="compNode" presStyleCnt="0"/>
      <dgm:spPr/>
    </dgm:pt>
    <dgm:pt modelId="{AA627B12-1A32-4EAF-8B2B-4B7692A955C1}" type="pres">
      <dgm:prSet presAssocID="{8EDB1DD7-11AC-453A-9551-D01F363EF42D}" presName="bgRect" presStyleLbl="bgShp" presStyleIdx="0" presStyleCnt="3"/>
      <dgm:spPr/>
    </dgm:pt>
    <dgm:pt modelId="{BF501556-382E-43ED-9767-CB80A7395634}" type="pres">
      <dgm:prSet presAssocID="{8EDB1DD7-11AC-453A-9551-D01F363EF4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24B9614-37AE-4051-93A0-5B947B0DFFCB}" type="pres">
      <dgm:prSet presAssocID="{8EDB1DD7-11AC-453A-9551-D01F363EF42D}" presName="spaceRect" presStyleCnt="0"/>
      <dgm:spPr/>
    </dgm:pt>
    <dgm:pt modelId="{E6D9C1D3-1804-4237-A308-801E2C6EF4CD}" type="pres">
      <dgm:prSet presAssocID="{8EDB1DD7-11AC-453A-9551-D01F363EF42D}" presName="parTx" presStyleLbl="revTx" presStyleIdx="0" presStyleCnt="3">
        <dgm:presLayoutVars>
          <dgm:chMax val="0"/>
          <dgm:chPref val="0"/>
        </dgm:presLayoutVars>
      </dgm:prSet>
      <dgm:spPr/>
    </dgm:pt>
    <dgm:pt modelId="{CA02E328-19D0-46BF-AA5B-97F387F5103A}" type="pres">
      <dgm:prSet presAssocID="{BBC7440F-224A-4ABE-87FB-19636049BA8E}" presName="sibTrans" presStyleCnt="0"/>
      <dgm:spPr/>
    </dgm:pt>
    <dgm:pt modelId="{F77A86D5-ABA3-415C-A3C6-A29CE10F9380}" type="pres">
      <dgm:prSet presAssocID="{50D069CC-5B7F-415C-B627-B2FCD7EE63EC}" presName="compNode" presStyleCnt="0"/>
      <dgm:spPr/>
    </dgm:pt>
    <dgm:pt modelId="{3ED15966-F70A-4217-89FE-E25521BAC157}" type="pres">
      <dgm:prSet presAssocID="{50D069CC-5B7F-415C-B627-B2FCD7EE63EC}" presName="bgRect" presStyleLbl="bgShp" presStyleIdx="1" presStyleCnt="3"/>
      <dgm:spPr/>
    </dgm:pt>
    <dgm:pt modelId="{BCF215D3-7710-4E1B-9548-476F5C85F0DC}" type="pres">
      <dgm:prSet presAssocID="{50D069CC-5B7F-415C-B627-B2FCD7EE63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979461E2-C5FE-4940-89BB-F56C1E91CF60}" type="pres">
      <dgm:prSet presAssocID="{50D069CC-5B7F-415C-B627-B2FCD7EE63EC}" presName="spaceRect" presStyleCnt="0"/>
      <dgm:spPr/>
    </dgm:pt>
    <dgm:pt modelId="{B38CCBAC-B094-48E6-8FEA-6BC317F66EEA}" type="pres">
      <dgm:prSet presAssocID="{50D069CC-5B7F-415C-B627-B2FCD7EE63EC}" presName="parTx" presStyleLbl="revTx" presStyleIdx="1" presStyleCnt="3">
        <dgm:presLayoutVars>
          <dgm:chMax val="0"/>
          <dgm:chPref val="0"/>
        </dgm:presLayoutVars>
      </dgm:prSet>
      <dgm:spPr/>
    </dgm:pt>
    <dgm:pt modelId="{5BD16889-AAB5-4E8E-A9AD-19369C323D54}" type="pres">
      <dgm:prSet presAssocID="{B1F70EE5-4C38-43F3-9BF7-C13E0CF06DAA}" presName="sibTrans" presStyleCnt="0"/>
      <dgm:spPr/>
    </dgm:pt>
    <dgm:pt modelId="{655A28FE-EF95-462F-90F2-87A192C720DC}" type="pres">
      <dgm:prSet presAssocID="{B5BBE16E-83D7-400C-B3AF-1D48255C32F6}" presName="compNode" presStyleCnt="0"/>
      <dgm:spPr/>
    </dgm:pt>
    <dgm:pt modelId="{E535A8B7-D916-4093-BFFF-685AEB64CFD8}" type="pres">
      <dgm:prSet presAssocID="{B5BBE16E-83D7-400C-B3AF-1D48255C32F6}" presName="bgRect" presStyleLbl="bgShp" presStyleIdx="2" presStyleCnt="3"/>
      <dgm:spPr/>
    </dgm:pt>
    <dgm:pt modelId="{1DB60708-9D1F-42C4-9CC3-D2795B4AD9EE}" type="pres">
      <dgm:prSet presAssocID="{B5BBE16E-83D7-400C-B3AF-1D48255C32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0C8C8E4-E295-45F3-AD60-26C61329C0D5}" type="pres">
      <dgm:prSet presAssocID="{B5BBE16E-83D7-400C-B3AF-1D48255C32F6}" presName="spaceRect" presStyleCnt="0"/>
      <dgm:spPr/>
    </dgm:pt>
    <dgm:pt modelId="{8C3690AF-8579-4BCD-9EB1-DC40702203AB}" type="pres">
      <dgm:prSet presAssocID="{B5BBE16E-83D7-400C-B3AF-1D48255C32F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CEC4214-3766-43DC-B756-10AB22654BE9}" srcId="{B89D4F01-0997-4302-B04A-6568932A0B8D}" destId="{50D069CC-5B7F-415C-B627-B2FCD7EE63EC}" srcOrd="1" destOrd="0" parTransId="{C3C2CB05-A34B-4533-BEE5-347987BF9F74}" sibTransId="{B1F70EE5-4C38-43F3-9BF7-C13E0CF06DAA}"/>
    <dgm:cxn modelId="{0ADF9430-F043-465A-944C-747FC03CF696}" srcId="{B89D4F01-0997-4302-B04A-6568932A0B8D}" destId="{B5BBE16E-83D7-400C-B3AF-1D48255C32F6}" srcOrd="2" destOrd="0" parTransId="{8D705090-6D7B-4BFF-AD40-F625B9636105}" sibTransId="{A9A327CD-8A13-4199-BBEE-E64F2836572D}"/>
    <dgm:cxn modelId="{3EDC3B76-E4B5-4393-B5EE-D95ECE596E1A}" type="presOf" srcId="{50D069CC-5B7F-415C-B627-B2FCD7EE63EC}" destId="{B38CCBAC-B094-48E6-8FEA-6BC317F66EEA}" srcOrd="0" destOrd="0" presId="urn:microsoft.com/office/officeart/2018/2/layout/IconVerticalSolidList"/>
    <dgm:cxn modelId="{2BC2CE8B-57A4-4195-AD8B-B06E58688967}" type="presOf" srcId="{B89D4F01-0997-4302-B04A-6568932A0B8D}" destId="{CEF71778-833C-4F5D-9B7B-A90CFE860BE8}" srcOrd="0" destOrd="0" presId="urn:microsoft.com/office/officeart/2018/2/layout/IconVerticalSolidList"/>
    <dgm:cxn modelId="{BEF8DE95-72FD-41E7-AA27-4051E38F1C61}" type="presOf" srcId="{B5BBE16E-83D7-400C-B3AF-1D48255C32F6}" destId="{8C3690AF-8579-4BCD-9EB1-DC40702203AB}" srcOrd="0" destOrd="0" presId="urn:microsoft.com/office/officeart/2018/2/layout/IconVerticalSolidList"/>
    <dgm:cxn modelId="{65EE66E3-0304-4382-9566-7EDCDA660851}" type="presOf" srcId="{8EDB1DD7-11AC-453A-9551-D01F363EF42D}" destId="{E6D9C1D3-1804-4237-A308-801E2C6EF4CD}" srcOrd="0" destOrd="0" presId="urn:microsoft.com/office/officeart/2018/2/layout/IconVerticalSolidList"/>
    <dgm:cxn modelId="{621197F9-0DEA-42A6-97D8-69F60174B070}" srcId="{B89D4F01-0997-4302-B04A-6568932A0B8D}" destId="{8EDB1DD7-11AC-453A-9551-D01F363EF42D}" srcOrd="0" destOrd="0" parTransId="{C0CD0A42-12DD-43FA-B000-F6D9B465233A}" sibTransId="{BBC7440F-224A-4ABE-87FB-19636049BA8E}"/>
    <dgm:cxn modelId="{4F675025-F345-4925-810F-F7B44FD50899}" type="presParOf" srcId="{CEF71778-833C-4F5D-9B7B-A90CFE860BE8}" destId="{53C8CDA5-8474-46EA-B80F-C072288F4A0F}" srcOrd="0" destOrd="0" presId="urn:microsoft.com/office/officeart/2018/2/layout/IconVerticalSolidList"/>
    <dgm:cxn modelId="{BDFC7E13-3DFE-4703-B0EC-8C498B8D36AF}" type="presParOf" srcId="{53C8CDA5-8474-46EA-B80F-C072288F4A0F}" destId="{AA627B12-1A32-4EAF-8B2B-4B7692A955C1}" srcOrd="0" destOrd="0" presId="urn:microsoft.com/office/officeart/2018/2/layout/IconVerticalSolidList"/>
    <dgm:cxn modelId="{2545FB7C-E2F8-4F31-8E4F-784B5EF4A98A}" type="presParOf" srcId="{53C8CDA5-8474-46EA-B80F-C072288F4A0F}" destId="{BF501556-382E-43ED-9767-CB80A7395634}" srcOrd="1" destOrd="0" presId="urn:microsoft.com/office/officeart/2018/2/layout/IconVerticalSolidList"/>
    <dgm:cxn modelId="{194A4B77-17CA-4FCD-ABF5-A25CE0149197}" type="presParOf" srcId="{53C8CDA5-8474-46EA-B80F-C072288F4A0F}" destId="{224B9614-37AE-4051-93A0-5B947B0DFFCB}" srcOrd="2" destOrd="0" presId="urn:microsoft.com/office/officeart/2018/2/layout/IconVerticalSolidList"/>
    <dgm:cxn modelId="{23D28E77-33FA-4A0C-A4A5-21E66907ADEE}" type="presParOf" srcId="{53C8CDA5-8474-46EA-B80F-C072288F4A0F}" destId="{E6D9C1D3-1804-4237-A308-801E2C6EF4CD}" srcOrd="3" destOrd="0" presId="urn:microsoft.com/office/officeart/2018/2/layout/IconVerticalSolidList"/>
    <dgm:cxn modelId="{2015E656-404E-4663-BC46-7F2DA867DF69}" type="presParOf" srcId="{CEF71778-833C-4F5D-9B7B-A90CFE860BE8}" destId="{CA02E328-19D0-46BF-AA5B-97F387F5103A}" srcOrd="1" destOrd="0" presId="urn:microsoft.com/office/officeart/2018/2/layout/IconVerticalSolidList"/>
    <dgm:cxn modelId="{2F84C64A-381E-4C69-AB3A-A8EBB0A19D8F}" type="presParOf" srcId="{CEF71778-833C-4F5D-9B7B-A90CFE860BE8}" destId="{F77A86D5-ABA3-415C-A3C6-A29CE10F9380}" srcOrd="2" destOrd="0" presId="urn:microsoft.com/office/officeart/2018/2/layout/IconVerticalSolidList"/>
    <dgm:cxn modelId="{86520971-BE8D-46E1-B084-9D449E44D4D4}" type="presParOf" srcId="{F77A86D5-ABA3-415C-A3C6-A29CE10F9380}" destId="{3ED15966-F70A-4217-89FE-E25521BAC157}" srcOrd="0" destOrd="0" presId="urn:microsoft.com/office/officeart/2018/2/layout/IconVerticalSolidList"/>
    <dgm:cxn modelId="{CA85ED01-689D-42E1-9730-46CE76F68D59}" type="presParOf" srcId="{F77A86D5-ABA3-415C-A3C6-A29CE10F9380}" destId="{BCF215D3-7710-4E1B-9548-476F5C85F0DC}" srcOrd="1" destOrd="0" presId="urn:microsoft.com/office/officeart/2018/2/layout/IconVerticalSolidList"/>
    <dgm:cxn modelId="{69FE93DB-D59C-4361-9D02-3BD663C99673}" type="presParOf" srcId="{F77A86D5-ABA3-415C-A3C6-A29CE10F9380}" destId="{979461E2-C5FE-4940-89BB-F56C1E91CF60}" srcOrd="2" destOrd="0" presId="urn:microsoft.com/office/officeart/2018/2/layout/IconVerticalSolidList"/>
    <dgm:cxn modelId="{34AFC1FF-073B-4689-8ED5-9E6FCA877424}" type="presParOf" srcId="{F77A86D5-ABA3-415C-A3C6-A29CE10F9380}" destId="{B38CCBAC-B094-48E6-8FEA-6BC317F66EEA}" srcOrd="3" destOrd="0" presId="urn:microsoft.com/office/officeart/2018/2/layout/IconVerticalSolidList"/>
    <dgm:cxn modelId="{1394CC6F-C3F7-4440-AFAC-59A7A057D48E}" type="presParOf" srcId="{CEF71778-833C-4F5D-9B7B-A90CFE860BE8}" destId="{5BD16889-AAB5-4E8E-A9AD-19369C323D54}" srcOrd="3" destOrd="0" presId="urn:microsoft.com/office/officeart/2018/2/layout/IconVerticalSolidList"/>
    <dgm:cxn modelId="{DDC2AE69-B15D-452C-AD4E-BAF732E9ACDB}" type="presParOf" srcId="{CEF71778-833C-4F5D-9B7B-A90CFE860BE8}" destId="{655A28FE-EF95-462F-90F2-87A192C720DC}" srcOrd="4" destOrd="0" presId="urn:microsoft.com/office/officeart/2018/2/layout/IconVerticalSolidList"/>
    <dgm:cxn modelId="{A05486C4-88D8-4752-A419-B0BD6F10EA41}" type="presParOf" srcId="{655A28FE-EF95-462F-90F2-87A192C720DC}" destId="{E535A8B7-D916-4093-BFFF-685AEB64CFD8}" srcOrd="0" destOrd="0" presId="urn:microsoft.com/office/officeart/2018/2/layout/IconVerticalSolidList"/>
    <dgm:cxn modelId="{D0AF52DE-9389-4993-A92E-04F39CD72B30}" type="presParOf" srcId="{655A28FE-EF95-462F-90F2-87A192C720DC}" destId="{1DB60708-9D1F-42C4-9CC3-D2795B4AD9EE}" srcOrd="1" destOrd="0" presId="urn:microsoft.com/office/officeart/2018/2/layout/IconVerticalSolidList"/>
    <dgm:cxn modelId="{BF7365EC-564B-4C53-9115-D57E81DC2C4E}" type="presParOf" srcId="{655A28FE-EF95-462F-90F2-87A192C720DC}" destId="{E0C8C8E4-E295-45F3-AD60-26C61329C0D5}" srcOrd="2" destOrd="0" presId="urn:microsoft.com/office/officeart/2018/2/layout/IconVerticalSolidList"/>
    <dgm:cxn modelId="{DCE496C7-9F43-4320-8EA2-84EF09CF34D2}" type="presParOf" srcId="{655A28FE-EF95-462F-90F2-87A192C720DC}" destId="{8C3690AF-8579-4BCD-9EB1-DC40702203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539230-C976-42BB-999F-73BA30CF78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97D2BB-23E5-4F2D-8623-A75B0D6E1A37}">
      <dgm:prSet/>
      <dgm:spPr/>
      <dgm:t>
        <a:bodyPr/>
        <a:lstStyle/>
        <a:p>
          <a:r>
            <a:rPr lang="en-US"/>
            <a:t>• Technology is a process of evolution.</a:t>
          </a:r>
        </a:p>
      </dgm:t>
    </dgm:pt>
    <dgm:pt modelId="{A4EE6B45-B3D4-4752-9D28-8BF62076AB77}" type="parTrans" cxnId="{EEB661D2-CAA2-43D4-ADEA-94D7ADD79B60}">
      <dgm:prSet/>
      <dgm:spPr/>
      <dgm:t>
        <a:bodyPr/>
        <a:lstStyle/>
        <a:p>
          <a:endParaRPr lang="en-US"/>
        </a:p>
      </dgm:t>
    </dgm:pt>
    <dgm:pt modelId="{120F816D-444F-48F6-942B-0F4B7DE573A7}" type="sibTrans" cxnId="{EEB661D2-CAA2-43D4-ADEA-94D7ADD79B60}">
      <dgm:prSet/>
      <dgm:spPr/>
      <dgm:t>
        <a:bodyPr/>
        <a:lstStyle/>
        <a:p>
          <a:endParaRPr lang="en-US"/>
        </a:p>
      </dgm:t>
    </dgm:pt>
    <dgm:pt modelId="{2955EA1D-CF50-4567-B1D3-E3C9A0F49886}">
      <dgm:prSet/>
      <dgm:spPr/>
      <dgm:t>
        <a:bodyPr/>
        <a:lstStyle/>
        <a:p>
          <a:r>
            <a:rPr lang="en-US"/>
            <a:t>• It changes how we live, work, and learn.</a:t>
          </a:r>
        </a:p>
      </dgm:t>
    </dgm:pt>
    <dgm:pt modelId="{2A4DA622-4D89-456F-98FB-959EFA6FD284}" type="parTrans" cxnId="{6D726EB3-E50B-450F-8896-59D9AE956F56}">
      <dgm:prSet/>
      <dgm:spPr/>
      <dgm:t>
        <a:bodyPr/>
        <a:lstStyle/>
        <a:p>
          <a:endParaRPr lang="en-US"/>
        </a:p>
      </dgm:t>
    </dgm:pt>
    <dgm:pt modelId="{514F0532-30B0-46A8-96C7-B4346F9B5DA2}" type="sibTrans" cxnId="{6D726EB3-E50B-450F-8896-59D9AE956F56}">
      <dgm:prSet/>
      <dgm:spPr/>
      <dgm:t>
        <a:bodyPr/>
        <a:lstStyle/>
        <a:p>
          <a:endParaRPr lang="en-US"/>
        </a:p>
      </dgm:t>
    </dgm:pt>
    <dgm:pt modelId="{EA8297FE-CEDC-406A-BE08-AB19AA75DC2F}">
      <dgm:prSet/>
      <dgm:spPr/>
      <dgm:t>
        <a:bodyPr/>
        <a:lstStyle/>
        <a:p>
          <a:r>
            <a:rPr lang="en-US"/>
            <a:t>• We must keep learning new tools every day.</a:t>
          </a:r>
        </a:p>
      </dgm:t>
    </dgm:pt>
    <dgm:pt modelId="{EABBD88D-976B-401B-8306-4CC2DE82B4A4}" type="parTrans" cxnId="{6151B7BE-9405-47BF-B4B0-B4D505E3831C}">
      <dgm:prSet/>
      <dgm:spPr/>
      <dgm:t>
        <a:bodyPr/>
        <a:lstStyle/>
        <a:p>
          <a:endParaRPr lang="en-US"/>
        </a:p>
      </dgm:t>
    </dgm:pt>
    <dgm:pt modelId="{C5D16687-9C12-4F93-B562-66669104E419}" type="sibTrans" cxnId="{6151B7BE-9405-47BF-B4B0-B4D505E3831C}">
      <dgm:prSet/>
      <dgm:spPr/>
      <dgm:t>
        <a:bodyPr/>
        <a:lstStyle/>
        <a:p>
          <a:endParaRPr lang="en-US"/>
        </a:p>
      </dgm:t>
    </dgm:pt>
    <dgm:pt modelId="{A5C906F5-6D1A-4647-B72D-EA482D3D9973}" type="pres">
      <dgm:prSet presAssocID="{D4539230-C976-42BB-999F-73BA30CF78F7}" presName="root" presStyleCnt="0">
        <dgm:presLayoutVars>
          <dgm:dir/>
          <dgm:resizeHandles val="exact"/>
        </dgm:presLayoutVars>
      </dgm:prSet>
      <dgm:spPr/>
    </dgm:pt>
    <dgm:pt modelId="{0FFB3A8B-2B3F-42DF-86B5-826C81A11CDB}" type="pres">
      <dgm:prSet presAssocID="{DA97D2BB-23E5-4F2D-8623-A75B0D6E1A37}" presName="compNode" presStyleCnt="0"/>
      <dgm:spPr/>
    </dgm:pt>
    <dgm:pt modelId="{99D57056-9570-405C-A8B6-A8679EB0C03E}" type="pres">
      <dgm:prSet presAssocID="{DA97D2BB-23E5-4F2D-8623-A75B0D6E1A37}" presName="bgRect" presStyleLbl="bgShp" presStyleIdx="0" presStyleCnt="3"/>
      <dgm:spPr/>
    </dgm:pt>
    <dgm:pt modelId="{B7F81D66-3171-4399-8CAE-0B9A38A929EE}" type="pres">
      <dgm:prSet presAssocID="{DA97D2BB-23E5-4F2D-8623-A75B0D6E1A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608CC52-D512-4CA4-ABFD-AFFDE4A96C86}" type="pres">
      <dgm:prSet presAssocID="{DA97D2BB-23E5-4F2D-8623-A75B0D6E1A37}" presName="spaceRect" presStyleCnt="0"/>
      <dgm:spPr/>
    </dgm:pt>
    <dgm:pt modelId="{75E7E60A-5368-40F0-9ABF-C93DF8FA598C}" type="pres">
      <dgm:prSet presAssocID="{DA97D2BB-23E5-4F2D-8623-A75B0D6E1A37}" presName="parTx" presStyleLbl="revTx" presStyleIdx="0" presStyleCnt="3">
        <dgm:presLayoutVars>
          <dgm:chMax val="0"/>
          <dgm:chPref val="0"/>
        </dgm:presLayoutVars>
      </dgm:prSet>
      <dgm:spPr/>
    </dgm:pt>
    <dgm:pt modelId="{BD14D0EB-2586-4646-81C9-B2D4D7DCEE4D}" type="pres">
      <dgm:prSet presAssocID="{120F816D-444F-48F6-942B-0F4B7DE573A7}" presName="sibTrans" presStyleCnt="0"/>
      <dgm:spPr/>
    </dgm:pt>
    <dgm:pt modelId="{909C72DC-8BFE-412D-999A-6D1684A5CA10}" type="pres">
      <dgm:prSet presAssocID="{2955EA1D-CF50-4567-B1D3-E3C9A0F49886}" presName="compNode" presStyleCnt="0"/>
      <dgm:spPr/>
    </dgm:pt>
    <dgm:pt modelId="{1BB916AB-2628-443E-95EB-DBB6EE383646}" type="pres">
      <dgm:prSet presAssocID="{2955EA1D-CF50-4567-B1D3-E3C9A0F49886}" presName="bgRect" presStyleLbl="bgShp" presStyleIdx="1" presStyleCnt="3"/>
      <dgm:spPr/>
    </dgm:pt>
    <dgm:pt modelId="{2DE2B6EF-CEB8-4040-8B3D-40F8E7E6BA3A}" type="pres">
      <dgm:prSet presAssocID="{2955EA1D-CF50-4567-B1D3-E3C9A0F4988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E3D11A15-AA90-485D-8021-37676E8BCBE1}" type="pres">
      <dgm:prSet presAssocID="{2955EA1D-CF50-4567-B1D3-E3C9A0F49886}" presName="spaceRect" presStyleCnt="0"/>
      <dgm:spPr/>
    </dgm:pt>
    <dgm:pt modelId="{7456B174-E555-4E95-95E5-54E2FD9CB2B1}" type="pres">
      <dgm:prSet presAssocID="{2955EA1D-CF50-4567-B1D3-E3C9A0F49886}" presName="parTx" presStyleLbl="revTx" presStyleIdx="1" presStyleCnt="3">
        <dgm:presLayoutVars>
          <dgm:chMax val="0"/>
          <dgm:chPref val="0"/>
        </dgm:presLayoutVars>
      </dgm:prSet>
      <dgm:spPr/>
    </dgm:pt>
    <dgm:pt modelId="{909C0318-BF15-4F07-8D81-94C9382476D1}" type="pres">
      <dgm:prSet presAssocID="{514F0532-30B0-46A8-96C7-B4346F9B5DA2}" presName="sibTrans" presStyleCnt="0"/>
      <dgm:spPr/>
    </dgm:pt>
    <dgm:pt modelId="{47868602-6CE5-4C89-BF3F-406290CE9655}" type="pres">
      <dgm:prSet presAssocID="{EA8297FE-CEDC-406A-BE08-AB19AA75DC2F}" presName="compNode" presStyleCnt="0"/>
      <dgm:spPr/>
    </dgm:pt>
    <dgm:pt modelId="{AA376461-7C40-48E0-A82E-3A6F70F059F2}" type="pres">
      <dgm:prSet presAssocID="{EA8297FE-CEDC-406A-BE08-AB19AA75DC2F}" presName="bgRect" presStyleLbl="bgShp" presStyleIdx="2" presStyleCnt="3"/>
      <dgm:spPr/>
    </dgm:pt>
    <dgm:pt modelId="{069975BD-6D1B-4F18-94CA-64B2689D8627}" type="pres">
      <dgm:prSet presAssocID="{EA8297FE-CEDC-406A-BE08-AB19AA75DC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2D9EAB08-2252-431E-AC5D-F570FDC6277E}" type="pres">
      <dgm:prSet presAssocID="{EA8297FE-CEDC-406A-BE08-AB19AA75DC2F}" presName="spaceRect" presStyleCnt="0"/>
      <dgm:spPr/>
    </dgm:pt>
    <dgm:pt modelId="{EE316286-D706-4FF2-A62E-AFEF1EE1DB95}" type="pres">
      <dgm:prSet presAssocID="{EA8297FE-CEDC-406A-BE08-AB19AA75DC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8AD0280-E8F7-4815-9A81-5D97B88AFB4E}" type="presOf" srcId="{2955EA1D-CF50-4567-B1D3-E3C9A0F49886}" destId="{7456B174-E555-4E95-95E5-54E2FD9CB2B1}" srcOrd="0" destOrd="0" presId="urn:microsoft.com/office/officeart/2018/2/layout/IconVerticalSolidList"/>
    <dgm:cxn modelId="{DFC5528A-D659-4CE2-BC37-4B8BC3DF431B}" type="presOf" srcId="{DA97D2BB-23E5-4F2D-8623-A75B0D6E1A37}" destId="{75E7E60A-5368-40F0-9ABF-C93DF8FA598C}" srcOrd="0" destOrd="0" presId="urn:microsoft.com/office/officeart/2018/2/layout/IconVerticalSolidList"/>
    <dgm:cxn modelId="{5CB21892-FEC9-4E80-BC29-20F9BAC1D32A}" type="presOf" srcId="{D4539230-C976-42BB-999F-73BA30CF78F7}" destId="{A5C906F5-6D1A-4647-B72D-EA482D3D9973}" srcOrd="0" destOrd="0" presId="urn:microsoft.com/office/officeart/2018/2/layout/IconVerticalSolidList"/>
    <dgm:cxn modelId="{6D726EB3-E50B-450F-8896-59D9AE956F56}" srcId="{D4539230-C976-42BB-999F-73BA30CF78F7}" destId="{2955EA1D-CF50-4567-B1D3-E3C9A0F49886}" srcOrd="1" destOrd="0" parTransId="{2A4DA622-4D89-456F-98FB-959EFA6FD284}" sibTransId="{514F0532-30B0-46A8-96C7-B4346F9B5DA2}"/>
    <dgm:cxn modelId="{6151B7BE-9405-47BF-B4B0-B4D505E3831C}" srcId="{D4539230-C976-42BB-999F-73BA30CF78F7}" destId="{EA8297FE-CEDC-406A-BE08-AB19AA75DC2F}" srcOrd="2" destOrd="0" parTransId="{EABBD88D-976B-401B-8306-4CC2DE82B4A4}" sibTransId="{C5D16687-9C12-4F93-B562-66669104E419}"/>
    <dgm:cxn modelId="{33168AC1-42C1-42D9-A892-29B1782E3213}" type="presOf" srcId="{EA8297FE-CEDC-406A-BE08-AB19AA75DC2F}" destId="{EE316286-D706-4FF2-A62E-AFEF1EE1DB95}" srcOrd="0" destOrd="0" presId="urn:microsoft.com/office/officeart/2018/2/layout/IconVerticalSolidList"/>
    <dgm:cxn modelId="{EEB661D2-CAA2-43D4-ADEA-94D7ADD79B60}" srcId="{D4539230-C976-42BB-999F-73BA30CF78F7}" destId="{DA97D2BB-23E5-4F2D-8623-A75B0D6E1A37}" srcOrd="0" destOrd="0" parTransId="{A4EE6B45-B3D4-4752-9D28-8BF62076AB77}" sibTransId="{120F816D-444F-48F6-942B-0F4B7DE573A7}"/>
    <dgm:cxn modelId="{B158705D-BE43-4588-B094-F016375B9CFF}" type="presParOf" srcId="{A5C906F5-6D1A-4647-B72D-EA482D3D9973}" destId="{0FFB3A8B-2B3F-42DF-86B5-826C81A11CDB}" srcOrd="0" destOrd="0" presId="urn:microsoft.com/office/officeart/2018/2/layout/IconVerticalSolidList"/>
    <dgm:cxn modelId="{494EFE3E-E771-43AC-B1C3-5B5BFE3BAFE5}" type="presParOf" srcId="{0FFB3A8B-2B3F-42DF-86B5-826C81A11CDB}" destId="{99D57056-9570-405C-A8B6-A8679EB0C03E}" srcOrd="0" destOrd="0" presId="urn:microsoft.com/office/officeart/2018/2/layout/IconVerticalSolidList"/>
    <dgm:cxn modelId="{F21D2743-19B4-4760-AFED-3785152BBC38}" type="presParOf" srcId="{0FFB3A8B-2B3F-42DF-86B5-826C81A11CDB}" destId="{B7F81D66-3171-4399-8CAE-0B9A38A929EE}" srcOrd="1" destOrd="0" presId="urn:microsoft.com/office/officeart/2018/2/layout/IconVerticalSolidList"/>
    <dgm:cxn modelId="{0C159005-8EBD-4865-9A50-D3D6617F93A7}" type="presParOf" srcId="{0FFB3A8B-2B3F-42DF-86B5-826C81A11CDB}" destId="{9608CC52-D512-4CA4-ABFD-AFFDE4A96C86}" srcOrd="2" destOrd="0" presId="urn:microsoft.com/office/officeart/2018/2/layout/IconVerticalSolidList"/>
    <dgm:cxn modelId="{1D25DBC7-54C6-4222-B234-A4C62BFDA9FD}" type="presParOf" srcId="{0FFB3A8B-2B3F-42DF-86B5-826C81A11CDB}" destId="{75E7E60A-5368-40F0-9ABF-C93DF8FA598C}" srcOrd="3" destOrd="0" presId="urn:microsoft.com/office/officeart/2018/2/layout/IconVerticalSolidList"/>
    <dgm:cxn modelId="{93FEF56F-AA26-4165-85DA-ECEC52165FB9}" type="presParOf" srcId="{A5C906F5-6D1A-4647-B72D-EA482D3D9973}" destId="{BD14D0EB-2586-4646-81C9-B2D4D7DCEE4D}" srcOrd="1" destOrd="0" presId="urn:microsoft.com/office/officeart/2018/2/layout/IconVerticalSolidList"/>
    <dgm:cxn modelId="{B995BDC7-3625-4FC8-8942-7DB6371AF339}" type="presParOf" srcId="{A5C906F5-6D1A-4647-B72D-EA482D3D9973}" destId="{909C72DC-8BFE-412D-999A-6D1684A5CA10}" srcOrd="2" destOrd="0" presId="urn:microsoft.com/office/officeart/2018/2/layout/IconVerticalSolidList"/>
    <dgm:cxn modelId="{32951CAB-7D66-4741-A992-A8A7589D2C67}" type="presParOf" srcId="{909C72DC-8BFE-412D-999A-6D1684A5CA10}" destId="{1BB916AB-2628-443E-95EB-DBB6EE383646}" srcOrd="0" destOrd="0" presId="urn:microsoft.com/office/officeart/2018/2/layout/IconVerticalSolidList"/>
    <dgm:cxn modelId="{D897E155-4A5B-4B30-B871-22E03119E5E2}" type="presParOf" srcId="{909C72DC-8BFE-412D-999A-6D1684A5CA10}" destId="{2DE2B6EF-CEB8-4040-8B3D-40F8E7E6BA3A}" srcOrd="1" destOrd="0" presId="urn:microsoft.com/office/officeart/2018/2/layout/IconVerticalSolidList"/>
    <dgm:cxn modelId="{31343E57-C9F1-4E9B-B879-307C76054C6A}" type="presParOf" srcId="{909C72DC-8BFE-412D-999A-6D1684A5CA10}" destId="{E3D11A15-AA90-485D-8021-37676E8BCBE1}" srcOrd="2" destOrd="0" presId="urn:microsoft.com/office/officeart/2018/2/layout/IconVerticalSolidList"/>
    <dgm:cxn modelId="{B8378296-1DFE-469F-ACDA-69547FAF1E1E}" type="presParOf" srcId="{909C72DC-8BFE-412D-999A-6D1684A5CA10}" destId="{7456B174-E555-4E95-95E5-54E2FD9CB2B1}" srcOrd="3" destOrd="0" presId="urn:microsoft.com/office/officeart/2018/2/layout/IconVerticalSolidList"/>
    <dgm:cxn modelId="{06243C47-A9D2-4B85-B1F6-EFB3DFFA71FC}" type="presParOf" srcId="{A5C906F5-6D1A-4647-B72D-EA482D3D9973}" destId="{909C0318-BF15-4F07-8D81-94C9382476D1}" srcOrd="3" destOrd="0" presId="urn:microsoft.com/office/officeart/2018/2/layout/IconVerticalSolidList"/>
    <dgm:cxn modelId="{61238640-0BB0-4D21-8399-63FE39B8F095}" type="presParOf" srcId="{A5C906F5-6D1A-4647-B72D-EA482D3D9973}" destId="{47868602-6CE5-4C89-BF3F-406290CE9655}" srcOrd="4" destOrd="0" presId="urn:microsoft.com/office/officeart/2018/2/layout/IconVerticalSolidList"/>
    <dgm:cxn modelId="{8F356C87-8253-47C5-9D11-09FE830CCA57}" type="presParOf" srcId="{47868602-6CE5-4C89-BF3F-406290CE9655}" destId="{AA376461-7C40-48E0-A82E-3A6F70F059F2}" srcOrd="0" destOrd="0" presId="urn:microsoft.com/office/officeart/2018/2/layout/IconVerticalSolidList"/>
    <dgm:cxn modelId="{A8F05438-A9FC-4611-852A-C596114E5E43}" type="presParOf" srcId="{47868602-6CE5-4C89-BF3F-406290CE9655}" destId="{069975BD-6D1B-4F18-94CA-64B2689D8627}" srcOrd="1" destOrd="0" presId="urn:microsoft.com/office/officeart/2018/2/layout/IconVerticalSolidList"/>
    <dgm:cxn modelId="{99EF1FDB-5263-4BF8-AE2A-0996957B73A0}" type="presParOf" srcId="{47868602-6CE5-4C89-BF3F-406290CE9655}" destId="{2D9EAB08-2252-431E-AC5D-F570FDC6277E}" srcOrd="2" destOrd="0" presId="urn:microsoft.com/office/officeart/2018/2/layout/IconVerticalSolidList"/>
    <dgm:cxn modelId="{61756037-D81D-4A79-8556-2DE066AE6921}" type="presParOf" srcId="{47868602-6CE5-4C89-BF3F-406290CE9655}" destId="{EE316286-D706-4FF2-A62E-AFEF1EE1DB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AAD14-1735-4F19-97DA-E381CD88E0BA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A64D8-EB69-43B2-81C3-A480B015CCA2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We work from home more often.</a:t>
          </a:r>
        </a:p>
      </dsp:txBody>
      <dsp:txXfrm>
        <a:off x="90151" y="2602589"/>
        <a:ext cx="2402775" cy="720000"/>
      </dsp:txXfrm>
    </dsp:sp>
    <dsp:sp modelId="{7BC56A9D-8AFA-49E8-800F-58A0EFD55FCA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99504-467A-426D-B157-33337D016135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We study online with people from other countries.</a:t>
          </a:r>
        </a:p>
      </dsp:txBody>
      <dsp:txXfrm>
        <a:off x="2913412" y="2602589"/>
        <a:ext cx="2402775" cy="720000"/>
      </dsp:txXfrm>
    </dsp:sp>
    <dsp:sp modelId="{C1E85552-6BDE-4B88-8196-BCB37A63AE4D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0F071-2DF5-4511-9C34-28D3AC992E97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We use social media to learn and share ideas.</a:t>
          </a:r>
        </a:p>
      </dsp:txBody>
      <dsp:txXfrm>
        <a:off x="5736673" y="2602589"/>
        <a:ext cx="24027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27B12-1A32-4EAF-8B2B-4B7692A955C1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501556-382E-43ED-9767-CB80A7395634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9C1D3-1804-4237-A308-801E2C6EF4CD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Technology will keep evolving.</a:t>
          </a:r>
        </a:p>
      </dsp:txBody>
      <dsp:txXfrm>
        <a:off x="1493203" y="552"/>
        <a:ext cx="6736396" cy="1292816"/>
      </dsp:txXfrm>
    </dsp:sp>
    <dsp:sp modelId="{3ED15966-F70A-4217-89FE-E25521BAC157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215D3-7710-4E1B-9548-476F5C85F0DC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CCBAC-B094-48E6-8FEA-6BC317F66EEA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We will have learned new skills.</a:t>
          </a:r>
        </a:p>
      </dsp:txBody>
      <dsp:txXfrm>
        <a:off x="1493203" y="1616573"/>
        <a:ext cx="6736396" cy="1292816"/>
      </dsp:txXfrm>
    </dsp:sp>
    <dsp:sp modelId="{E535A8B7-D916-4093-BFFF-685AEB64CFD8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B60708-9D1F-42C4-9CC3-D2795B4AD9EE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690AF-8579-4BCD-9EB1-DC40702203AB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We will have been using AI tools for our work and study.</a:t>
          </a:r>
        </a:p>
      </dsp:txBody>
      <dsp:txXfrm>
        <a:off x="1493203" y="3232593"/>
        <a:ext cx="6736396" cy="1292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57056-9570-405C-A8B6-A8679EB0C03E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F81D66-3171-4399-8CAE-0B9A38A929EE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7E60A-5368-40F0-9ABF-C93DF8FA598C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Technology is a process of evolution.</a:t>
          </a:r>
        </a:p>
      </dsp:txBody>
      <dsp:txXfrm>
        <a:off x="1939533" y="717"/>
        <a:ext cx="2786667" cy="1679249"/>
      </dsp:txXfrm>
    </dsp:sp>
    <dsp:sp modelId="{1BB916AB-2628-443E-95EB-DBB6EE383646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2B6EF-CEB8-4040-8B3D-40F8E7E6BA3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6B174-E555-4E95-95E5-54E2FD9CB2B1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It changes how we live, work, and learn.</a:t>
          </a:r>
        </a:p>
      </dsp:txBody>
      <dsp:txXfrm>
        <a:off x="1939533" y="2099779"/>
        <a:ext cx="2786667" cy="1679249"/>
      </dsp:txXfrm>
    </dsp:sp>
    <dsp:sp modelId="{AA376461-7C40-48E0-A82E-3A6F70F059F2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975BD-6D1B-4F18-94CA-64B2689D8627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316286-D706-4FF2-A62E-AFEF1EE1DB95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We must keep learning new tools every day.</a:t>
          </a:r>
        </a:p>
      </dsp:txBody>
      <dsp:txXfrm>
        <a:off x="1939533" y="4198841"/>
        <a:ext cx="27866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Persona en 3D trabajando en una oficina en casa">
            <a:extLst>
              <a:ext uri="{FF2B5EF4-FFF2-40B4-BE49-F238E27FC236}">
                <a16:creationId xmlns:a16="http://schemas.microsoft.com/office/drawing/2014/main" id="{4B0723A9-4F05-E7D7-799A-9BA686C9F4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1049" r="13736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299" y="554845"/>
            <a:ext cx="7992669" cy="3902673"/>
          </a:xfrm>
        </p:spPr>
        <p:txBody>
          <a:bodyPr anchor="t">
            <a:normAutofit/>
          </a:bodyPr>
          <a:lstStyle/>
          <a:p>
            <a:pPr algn="l"/>
            <a:r>
              <a:rPr lang="en-US" sz="4500">
                <a:solidFill>
                  <a:srgbClr val="FFFFFF"/>
                </a:solidFill>
              </a:rPr>
              <a:t>The Evolution of Technology in Work and Education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285" y="4704862"/>
            <a:ext cx="9143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642" y="4718033"/>
            <a:ext cx="8008722" cy="1175039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CO" sz="1500" dirty="0" err="1">
                <a:solidFill>
                  <a:srgbClr val="FFFFFF"/>
                </a:solidFill>
              </a:rPr>
              <a:t>Student</a:t>
            </a:r>
            <a:r>
              <a:rPr lang="es-CO" sz="1500" dirty="0">
                <a:solidFill>
                  <a:srgbClr val="FFFFFF"/>
                </a:solidFill>
              </a:rPr>
              <a:t>: Eduar Orlando Bautista Rozo</a:t>
            </a:r>
          </a:p>
          <a:p>
            <a:pPr algn="l">
              <a:lnSpc>
                <a:spcPct val="90000"/>
              </a:lnSpc>
            </a:pPr>
            <a:r>
              <a:rPr lang="es-CO" sz="1500" dirty="0" err="1">
                <a:solidFill>
                  <a:srgbClr val="FFFFFF"/>
                </a:solidFill>
              </a:rPr>
              <a:t>Course</a:t>
            </a:r>
            <a:r>
              <a:rPr lang="es-CO" sz="1500" dirty="0">
                <a:solidFill>
                  <a:srgbClr val="FFFFFF"/>
                </a:solidFill>
              </a:rPr>
              <a:t>: English </a:t>
            </a:r>
            <a:r>
              <a:rPr lang="es-CO" sz="1500" dirty="0" err="1">
                <a:solidFill>
                  <a:srgbClr val="FFFFFF"/>
                </a:solidFill>
              </a:rPr>
              <a:t>for</a:t>
            </a:r>
            <a:r>
              <a:rPr lang="es-CO" sz="1500" dirty="0">
                <a:solidFill>
                  <a:srgbClr val="FFFFFF"/>
                </a:solidFill>
              </a:rPr>
              <a:t> </a:t>
            </a:r>
            <a:r>
              <a:rPr lang="es-CO" sz="1500" dirty="0" err="1">
                <a:solidFill>
                  <a:srgbClr val="FFFFFF"/>
                </a:solidFill>
              </a:rPr>
              <a:t>Work</a:t>
            </a:r>
            <a:endParaRPr lang="es-CO" sz="15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s-CO" sz="1500" dirty="0" err="1">
                <a:solidFill>
                  <a:srgbClr val="FFFFFF"/>
                </a:solidFill>
              </a:rPr>
              <a:t>Activity</a:t>
            </a:r>
            <a:r>
              <a:rPr lang="es-CO" sz="1500" dirty="0">
                <a:solidFill>
                  <a:srgbClr val="FFFFFF"/>
                </a:solidFill>
              </a:rPr>
              <a:t>: GA6-240202501-AA1-EV02 – Video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10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CO" sz="3500"/>
              <a:t>Technology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spcAft>
                <a:spcPts val="500"/>
              </a:spcAft>
              <a:defRPr sz="2200"/>
            </a:pPr>
            <a:r>
              <a:rPr lang="en-US" sz="1700"/>
              <a:t>• Technology is always changing.</a:t>
            </a:r>
          </a:p>
          <a:p>
            <a:pPr>
              <a:spcAft>
                <a:spcPts val="500"/>
              </a:spcAft>
              <a:defRPr sz="2200"/>
            </a:pPr>
            <a:r>
              <a:rPr lang="en-US" sz="1700"/>
              <a:t>• We use phones, computers, and the Internet every day.</a:t>
            </a:r>
          </a:p>
          <a:p>
            <a:pPr>
              <a:spcAft>
                <a:spcPts val="500"/>
              </a:spcAft>
              <a:defRPr sz="2200"/>
            </a:pPr>
            <a:r>
              <a:rPr lang="en-US" sz="1700"/>
              <a:t>• Work and study are now more digital.</a:t>
            </a:r>
          </a:p>
        </p:txBody>
      </p:sp>
      <p:pic>
        <p:nvPicPr>
          <p:cNvPr id="5" name="Picture 4" descr="Dispositivo móvil con aplicaciones">
            <a:extLst>
              <a:ext uri="{FF2B5EF4-FFF2-40B4-BE49-F238E27FC236}">
                <a16:creationId xmlns:a16="http://schemas.microsoft.com/office/drawing/2014/main" id="{BE6E180F-18EB-4C57-5399-6F24BC93D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14" r="11444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200"/>
              <a:t>From Old to New (Evolutionary vs Revolutionary)</a:t>
            </a:r>
          </a:p>
        </p:txBody>
      </p:sp>
      <p:pic>
        <p:nvPicPr>
          <p:cNvPr id="5" name="Picture 4" descr="Artículos de oficina en una mesa">
            <a:extLst>
              <a:ext uri="{FF2B5EF4-FFF2-40B4-BE49-F238E27FC236}">
                <a16:creationId xmlns:a16="http://schemas.microsoft.com/office/drawing/2014/main" id="{48D91DE6-077E-93B7-4B73-0505E6C72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63" r="20205" b="2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spcAft>
                <a:spcPts val="500"/>
              </a:spcAft>
              <a:defRPr sz="2200"/>
            </a:pPr>
            <a:r>
              <a:rPr lang="en-US" sz="1700"/>
              <a:t>• Old: paper, typewriters, face-to-face learning.</a:t>
            </a:r>
          </a:p>
          <a:p>
            <a:pPr>
              <a:spcAft>
                <a:spcPts val="500"/>
              </a:spcAft>
              <a:defRPr sz="2200"/>
            </a:pPr>
            <a:r>
              <a:rPr lang="en-US" sz="1700"/>
              <a:t>• New: laptops, apps, online learning.</a:t>
            </a:r>
          </a:p>
          <a:p>
            <a:pPr>
              <a:spcAft>
                <a:spcPts val="500"/>
              </a:spcAft>
              <a:defRPr sz="2200"/>
            </a:pPr>
            <a:r>
              <a:rPr lang="en-US" sz="1700"/>
              <a:t>• Technology helps us to be faster and more connected.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Changes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6D239D-D041-ADCB-76D8-B94CC93693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Vision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8D593E-A9F4-87AF-F952-B1F6E8A721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CO" sz="3700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CAF6DF-D403-13D7-9EA3-7DFE80AEA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469682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186</Words>
  <Application>Microsoft Office PowerPoint</Application>
  <PresentationFormat>Presentación en pantalla (4:3)</PresentationFormat>
  <Paragraphs>26</Paragraphs>
  <Slides>6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The Evolution of Technology in Work and Education</vt:lpstr>
      <vt:lpstr>Technology Evolution</vt:lpstr>
      <vt:lpstr>From Old to New (Evolutionary vs Revolutionary)</vt:lpstr>
      <vt:lpstr>Cultural Changes</vt:lpstr>
      <vt:lpstr>Future Vision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Eduar Bautista</dc:creator>
  <cp:keywords/>
  <dc:description>generated using python-pptx</dc:description>
  <cp:lastModifiedBy>Eduar Orlando Bautista Rozo</cp:lastModifiedBy>
  <cp:revision>2</cp:revision>
  <dcterms:created xsi:type="dcterms:W3CDTF">2013-01-27T09:14:16Z</dcterms:created>
  <dcterms:modified xsi:type="dcterms:W3CDTF">2025-11-04T04:14:44Z</dcterms:modified>
  <cp:category/>
</cp:coreProperties>
</file>